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1" r:id="rId13"/>
  </p:sldIdLst>
  <p:sldSz cx="12192000" cy="6858000"/>
  <p:notesSz cx="6858000" cy="9144000"/>
  <p:embeddedFontLst>
    <p:embeddedFont>
      <p:font typeface="Aptos Light" panose="020B0004020202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1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Rojo (Maggiore Marketing)" userId="b2732461-bd4c-49d1-a979-ec8c3088118d" providerId="ADAL" clId="{1145A3ED-5E4A-455F-8B06-FE207B10AB2F}"/>
    <pc:docChg chg="modMainMaster">
      <pc:chgData name="Valeria Rojo (Maggiore Marketing)" userId="b2732461-bd4c-49d1-a979-ec8c3088118d" providerId="ADAL" clId="{1145A3ED-5E4A-455F-8B06-FE207B10AB2F}" dt="2026-03-19T15:32:27.599" v="0" actId="735"/>
      <pc:docMkLst>
        <pc:docMk/>
      </pc:docMkLst>
      <pc:sldMasterChg chg="modSp">
        <pc:chgData name="Valeria Rojo (Maggiore Marketing)" userId="b2732461-bd4c-49d1-a979-ec8c3088118d" providerId="ADAL" clId="{1145A3ED-5E4A-455F-8B06-FE207B10AB2F}" dt="2026-03-19T15:32:27.599" v="0" actId="735"/>
        <pc:sldMasterMkLst>
          <pc:docMk/>
          <pc:sldMasterMk cId="3797196787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8A7C06-2197-7CE7-69CC-8C0043EF9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10F9FF-1CC8-96A5-55E3-98AA503E2C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626F1-DE6F-4382-9EAA-EEFB6A520FF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90DFB-2741-A23A-870D-0B760AC898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A966C-A441-C44E-A5AD-6163C146A2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C6C84-88BE-4A5F-9F8C-B85F18B693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59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70AB8C-B78B-CE6B-C26E-77B5D1BAFF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113" y="610699"/>
            <a:ext cx="3847074" cy="5667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5EF8F5-61C7-C57D-C4C7-9073FAC6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938147"/>
            <a:ext cx="9144000" cy="2387600"/>
          </a:xfrm>
        </p:spPr>
        <p:txBody>
          <a:bodyPr anchor="b"/>
          <a:lstStyle>
            <a:lvl1pPr algn="l">
              <a:defRPr sz="4400"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4AAF-F9C5-DAAA-D4AA-B6B81B0F2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544822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85000"/>
                  </a:schemeClr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FB80-4A32-D1FB-E4F1-D2714B8B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34694-172E-0811-27F2-F6D0A3E8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2A5B2-D3E6-8C1C-0D54-40D425EA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FFEDE0-9C58-46B5-D1CA-0873C1073C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807" y="1927034"/>
            <a:ext cx="1693068" cy="47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5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9E52729-F806-6111-7655-A7FA28C1D0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77152" y="-39878"/>
            <a:ext cx="4600575" cy="6913372"/>
          </a:xfrm>
          <a:custGeom>
            <a:avLst/>
            <a:gdLst>
              <a:gd name="csX0" fmla="*/ 3640484 w 4600575"/>
              <a:gd name="csY0" fmla="*/ 0 h 6913372"/>
              <a:gd name="csX1" fmla="*/ 4600575 w 4600575"/>
              <a:gd name="csY1" fmla="*/ 0 h 6913372"/>
              <a:gd name="csX2" fmla="*/ 4600575 w 4600575"/>
              <a:gd name="csY2" fmla="*/ 6913372 h 6913372"/>
              <a:gd name="csX3" fmla="*/ 2715882 w 4600575"/>
              <a:gd name="csY3" fmla="*/ 6913372 h 6913372"/>
              <a:gd name="csX4" fmla="*/ 1423987 w 4600575"/>
              <a:gd name="csY4" fmla="*/ 6897877 h 6913372"/>
              <a:gd name="csX5" fmla="*/ 0 w 4600575"/>
              <a:gd name="csY5" fmla="*/ 3468877 h 6913372"/>
              <a:gd name="csX6" fmla="*/ 1423987 w 4600575"/>
              <a:gd name="csY6" fmla="*/ 39877 h 6913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00575" h="6913372">
                <a:moveTo>
                  <a:pt x="3640484" y="0"/>
                </a:moveTo>
                <a:lnTo>
                  <a:pt x="4600575" y="0"/>
                </a:lnTo>
                <a:lnTo>
                  <a:pt x="4600575" y="6913372"/>
                </a:lnTo>
                <a:lnTo>
                  <a:pt x="2715882" y="6913372"/>
                </a:lnTo>
                <a:lnTo>
                  <a:pt x="1423987" y="6897877"/>
                </a:lnTo>
                <a:lnTo>
                  <a:pt x="0" y="3468877"/>
                </a:lnTo>
                <a:lnTo>
                  <a:pt x="1423987" y="3987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EF8F5-61C7-C57D-C4C7-9073FAC6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075" y="2867025"/>
            <a:ext cx="7277100" cy="1458722"/>
          </a:xfrm>
        </p:spPr>
        <p:txBody>
          <a:bodyPr anchor="b"/>
          <a:lstStyle>
            <a:lvl1pPr algn="l">
              <a:defRPr sz="4400"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4AAF-F9C5-DAAA-D4AA-B6B81B0F2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544822"/>
            <a:ext cx="7277100" cy="1217803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>
                    <a:lumMod val="85000"/>
                  </a:schemeClr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FB80-4A32-D1FB-E4F1-D2714B8B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34694-172E-0811-27F2-F6D0A3E8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2A5B2-D3E6-8C1C-0D54-40D425EA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C545AA-2698-7FD7-366A-5DFAC29344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276475"/>
            <a:ext cx="7267575" cy="285750"/>
          </a:xfrm>
        </p:spPr>
        <p:txBody>
          <a:bodyPr/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CHAPTER</a:t>
            </a:r>
          </a:p>
        </p:txBody>
      </p:sp>
    </p:spTree>
    <p:extLst>
      <p:ext uri="{BB962C8B-B14F-4D97-AF65-F5344CB8AC3E}">
        <p14:creationId xmlns:p14="http://schemas.microsoft.com/office/powerpoint/2010/main" val="32528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F8F5-61C7-C57D-C4C7-9073FAC6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075" y="2867025"/>
            <a:ext cx="7277100" cy="1458722"/>
          </a:xfrm>
        </p:spPr>
        <p:txBody>
          <a:bodyPr anchor="b"/>
          <a:lstStyle>
            <a:lvl1pPr algn="l">
              <a:defRPr sz="4400"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4AAF-F9C5-DAAA-D4AA-B6B81B0F2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544822"/>
            <a:ext cx="7277100" cy="1217803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>
                    <a:lumMod val="85000"/>
                  </a:schemeClr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FB80-4A32-D1FB-E4F1-D2714B8B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34694-172E-0811-27F2-F6D0A3E8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2A5B2-D3E6-8C1C-0D54-40D425EA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C545AA-2698-7FD7-366A-5DFAC29344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276475"/>
            <a:ext cx="7267575" cy="285750"/>
          </a:xfrm>
        </p:spPr>
        <p:txBody>
          <a:bodyPr/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CHAPTER</a:t>
            </a:r>
          </a:p>
        </p:txBody>
      </p:sp>
    </p:spTree>
    <p:extLst>
      <p:ext uri="{BB962C8B-B14F-4D97-AF65-F5344CB8AC3E}">
        <p14:creationId xmlns:p14="http://schemas.microsoft.com/office/powerpoint/2010/main" val="286713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F8F5-61C7-C57D-C4C7-9073FAC6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2975" y="2867025"/>
            <a:ext cx="6791325" cy="1458722"/>
          </a:xfrm>
        </p:spPr>
        <p:txBody>
          <a:bodyPr anchor="b"/>
          <a:lstStyle>
            <a:lvl1pPr algn="l">
              <a:defRPr sz="4400"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4AAF-F9C5-DAAA-D4AA-B6B81B0F2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2025" y="4544822"/>
            <a:ext cx="6791325" cy="1217803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FB80-4A32-D1FB-E4F1-D2714B8B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34694-172E-0811-27F2-F6D0A3E8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2A5B2-D3E6-8C1C-0D54-40D425EA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C545AA-2698-7FD7-366A-5DFAC29344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1599" y="2276475"/>
            <a:ext cx="6782435" cy="285750"/>
          </a:xfrm>
        </p:spPr>
        <p:txBody>
          <a:bodyPr/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CHAPTER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86AF10-8764-BE8B-F5B6-EEBAFEA0B7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90488" y="-39878"/>
            <a:ext cx="4600575" cy="6913372"/>
          </a:xfrm>
          <a:custGeom>
            <a:avLst/>
            <a:gdLst>
              <a:gd name="csX0" fmla="*/ 3640484 w 4600575"/>
              <a:gd name="csY0" fmla="*/ 0 h 6913372"/>
              <a:gd name="csX1" fmla="*/ 4600575 w 4600575"/>
              <a:gd name="csY1" fmla="*/ 0 h 6913372"/>
              <a:gd name="csX2" fmla="*/ 4600575 w 4600575"/>
              <a:gd name="csY2" fmla="*/ 6913372 h 6913372"/>
              <a:gd name="csX3" fmla="*/ 2715882 w 4600575"/>
              <a:gd name="csY3" fmla="*/ 6913372 h 6913372"/>
              <a:gd name="csX4" fmla="*/ 1423987 w 4600575"/>
              <a:gd name="csY4" fmla="*/ 6897877 h 6913372"/>
              <a:gd name="csX5" fmla="*/ 0 w 4600575"/>
              <a:gd name="csY5" fmla="*/ 3468877 h 6913372"/>
              <a:gd name="csX6" fmla="*/ 1423987 w 4600575"/>
              <a:gd name="csY6" fmla="*/ 39877 h 6913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00575" h="6913372">
                <a:moveTo>
                  <a:pt x="3640484" y="0"/>
                </a:moveTo>
                <a:lnTo>
                  <a:pt x="4600575" y="0"/>
                </a:lnTo>
                <a:lnTo>
                  <a:pt x="4600575" y="6913372"/>
                </a:lnTo>
                <a:lnTo>
                  <a:pt x="2715882" y="6913372"/>
                </a:lnTo>
                <a:lnTo>
                  <a:pt x="1423987" y="6897877"/>
                </a:lnTo>
                <a:lnTo>
                  <a:pt x="0" y="3468877"/>
                </a:lnTo>
                <a:lnTo>
                  <a:pt x="1423987" y="3987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6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1D91-9F36-3100-5113-497E492A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4131"/>
            <a:ext cx="10515600" cy="1325563"/>
          </a:xfrm>
        </p:spPr>
        <p:txBody>
          <a:bodyPr/>
          <a:lstStyle>
            <a:lvl1pPr algn="ctr">
              <a:defRPr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F0D8C-D816-5B48-E3A7-8907023D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474DD-C768-F8DA-C0C2-ACB1956D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7D60-B028-E114-9FEF-D7AEC005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FF49B5C-BC50-869D-38DB-7CF92F8F2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820091"/>
            <a:ext cx="10978038" cy="4362996"/>
          </a:xfrm>
          <a:prstGeom prst="rect">
            <a:avLst/>
          </a:prstGeom>
        </p:spPr>
      </p:pic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4284D97C-AFF5-02B5-8FC3-E03B2E9D8C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71" y="196628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262BFD9F-A183-F6DC-0875-D440B677DD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6438" y="2363551"/>
            <a:ext cx="3252787" cy="370632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D08D0FF5-87DA-CFBC-8F02-E98234CEC3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4725" y="196628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DBAD2377-8BB0-6780-A832-BADE8EE221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2792" y="2363551"/>
            <a:ext cx="3252787" cy="370632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E0B906E-568D-2AE8-1963-BF47C57C83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51079" y="196628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6DCB032E-64EA-D7B6-3426-C460C59836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9146" y="2363551"/>
            <a:ext cx="3252787" cy="370632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590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791988EC-1928-527F-C960-B26D6A458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3492137"/>
            <a:ext cx="10978038" cy="2690950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D9D7EBE-D9CB-36D4-309B-3CA25EB3AC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18888" y="1774333"/>
            <a:ext cx="3569354" cy="1608909"/>
          </a:xfrm>
          <a:custGeom>
            <a:avLst/>
            <a:gdLst>
              <a:gd name="csX0" fmla="*/ 117080 w 3569354"/>
              <a:gd name="csY0" fmla="*/ 0 h 1608909"/>
              <a:gd name="csX1" fmla="*/ 3452274 w 3569354"/>
              <a:gd name="csY1" fmla="*/ 0 h 1608909"/>
              <a:gd name="csX2" fmla="*/ 3569354 w 3569354"/>
              <a:gd name="csY2" fmla="*/ 117080 h 1608909"/>
              <a:gd name="csX3" fmla="*/ 3569354 w 3569354"/>
              <a:gd name="csY3" fmla="*/ 1491829 h 1608909"/>
              <a:gd name="csX4" fmla="*/ 3452274 w 3569354"/>
              <a:gd name="csY4" fmla="*/ 1608909 h 1608909"/>
              <a:gd name="csX5" fmla="*/ 117080 w 3569354"/>
              <a:gd name="csY5" fmla="*/ 1608909 h 1608909"/>
              <a:gd name="csX6" fmla="*/ 0 w 3569354"/>
              <a:gd name="csY6" fmla="*/ 1491829 h 1608909"/>
              <a:gd name="csX7" fmla="*/ 0 w 3569354"/>
              <a:gd name="csY7" fmla="*/ 117080 h 1608909"/>
              <a:gd name="csX8" fmla="*/ 117080 w 3569354"/>
              <a:gd name="csY8" fmla="*/ 0 h 1608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9354" h="1608909">
                <a:moveTo>
                  <a:pt x="117080" y="0"/>
                </a:moveTo>
                <a:lnTo>
                  <a:pt x="3452274" y="0"/>
                </a:lnTo>
                <a:cubicBezTo>
                  <a:pt x="3516935" y="0"/>
                  <a:pt x="3569354" y="52419"/>
                  <a:pt x="3569354" y="117080"/>
                </a:cubicBezTo>
                <a:lnTo>
                  <a:pt x="3569354" y="1491829"/>
                </a:lnTo>
                <a:cubicBezTo>
                  <a:pt x="3569354" y="1556490"/>
                  <a:pt x="3516935" y="1608909"/>
                  <a:pt x="3452274" y="1608909"/>
                </a:cubicBezTo>
                <a:lnTo>
                  <a:pt x="117080" y="1608909"/>
                </a:lnTo>
                <a:cubicBezTo>
                  <a:pt x="52419" y="1608909"/>
                  <a:pt x="0" y="1556490"/>
                  <a:pt x="0" y="1491829"/>
                </a:cubicBezTo>
                <a:lnTo>
                  <a:pt x="0" y="117080"/>
                </a:lnTo>
                <a:cubicBezTo>
                  <a:pt x="0" y="52419"/>
                  <a:pt x="52419" y="0"/>
                  <a:pt x="11708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9845740-63D3-FB43-BB34-A3AF93CC39F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28176" y="1774333"/>
            <a:ext cx="3569354" cy="1608909"/>
          </a:xfrm>
          <a:custGeom>
            <a:avLst/>
            <a:gdLst>
              <a:gd name="csX0" fmla="*/ 117080 w 3569354"/>
              <a:gd name="csY0" fmla="*/ 0 h 1608909"/>
              <a:gd name="csX1" fmla="*/ 3452274 w 3569354"/>
              <a:gd name="csY1" fmla="*/ 0 h 1608909"/>
              <a:gd name="csX2" fmla="*/ 3569354 w 3569354"/>
              <a:gd name="csY2" fmla="*/ 117080 h 1608909"/>
              <a:gd name="csX3" fmla="*/ 3569354 w 3569354"/>
              <a:gd name="csY3" fmla="*/ 1491829 h 1608909"/>
              <a:gd name="csX4" fmla="*/ 3452274 w 3569354"/>
              <a:gd name="csY4" fmla="*/ 1608909 h 1608909"/>
              <a:gd name="csX5" fmla="*/ 117080 w 3569354"/>
              <a:gd name="csY5" fmla="*/ 1608909 h 1608909"/>
              <a:gd name="csX6" fmla="*/ 0 w 3569354"/>
              <a:gd name="csY6" fmla="*/ 1491829 h 1608909"/>
              <a:gd name="csX7" fmla="*/ 0 w 3569354"/>
              <a:gd name="csY7" fmla="*/ 117080 h 1608909"/>
              <a:gd name="csX8" fmla="*/ 117080 w 3569354"/>
              <a:gd name="csY8" fmla="*/ 0 h 1608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9354" h="1608909">
                <a:moveTo>
                  <a:pt x="117080" y="0"/>
                </a:moveTo>
                <a:lnTo>
                  <a:pt x="3452274" y="0"/>
                </a:lnTo>
                <a:cubicBezTo>
                  <a:pt x="3516935" y="0"/>
                  <a:pt x="3569354" y="52419"/>
                  <a:pt x="3569354" y="117080"/>
                </a:cubicBezTo>
                <a:lnTo>
                  <a:pt x="3569354" y="1491829"/>
                </a:lnTo>
                <a:cubicBezTo>
                  <a:pt x="3569354" y="1556490"/>
                  <a:pt x="3516935" y="1608909"/>
                  <a:pt x="3452274" y="1608909"/>
                </a:cubicBezTo>
                <a:lnTo>
                  <a:pt x="117080" y="1608909"/>
                </a:lnTo>
                <a:cubicBezTo>
                  <a:pt x="52419" y="1608909"/>
                  <a:pt x="0" y="1556490"/>
                  <a:pt x="0" y="1491829"/>
                </a:cubicBezTo>
                <a:lnTo>
                  <a:pt x="0" y="117080"/>
                </a:lnTo>
                <a:cubicBezTo>
                  <a:pt x="0" y="52419"/>
                  <a:pt x="52419" y="0"/>
                  <a:pt x="11708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11D91-9F36-3100-5113-497E492A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4131"/>
            <a:ext cx="10515600" cy="1325563"/>
          </a:xfrm>
        </p:spPr>
        <p:txBody>
          <a:bodyPr/>
          <a:lstStyle>
            <a:lvl1pPr algn="ctr">
              <a:defRPr>
                <a:latin typeface="Aptos Light" panose="020B0004020202020204" pitchFamily="34" charset="0"/>
                <a:ea typeface="Inter 18pt Light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F0D8C-D816-5B48-E3A7-8907023D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474DD-C768-F8DA-C0C2-ACB1956D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7D60-B028-E114-9FEF-D7AEC005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4284D97C-AFF5-02B5-8FC3-E03B2E9D8C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71" y="3595352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262BFD9F-A183-F6DC-0875-D440B677DD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6438" y="4010943"/>
            <a:ext cx="3252787" cy="205893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D08D0FF5-87DA-CFBC-8F02-E98234CEC3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4725" y="3595352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DBAD2377-8BB0-6780-A832-BADE8EE221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2792" y="4010943"/>
            <a:ext cx="3252787" cy="205893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E0B906E-568D-2AE8-1963-BF47C57C83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51079" y="3595352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6DCB032E-64EA-D7B6-3426-C460C59836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9146" y="4010943"/>
            <a:ext cx="3252787" cy="205893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BEA35101-D1A1-FC03-EF4B-76F36C1DB0D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8371" y="1774333"/>
            <a:ext cx="3540583" cy="1608909"/>
          </a:xfrm>
          <a:custGeom>
            <a:avLst/>
            <a:gdLst>
              <a:gd name="csX0" fmla="*/ 117080 w 3569354"/>
              <a:gd name="csY0" fmla="*/ 0 h 1608909"/>
              <a:gd name="csX1" fmla="*/ 3452274 w 3569354"/>
              <a:gd name="csY1" fmla="*/ 0 h 1608909"/>
              <a:gd name="csX2" fmla="*/ 3569354 w 3569354"/>
              <a:gd name="csY2" fmla="*/ 117080 h 1608909"/>
              <a:gd name="csX3" fmla="*/ 3569354 w 3569354"/>
              <a:gd name="csY3" fmla="*/ 1491829 h 1608909"/>
              <a:gd name="csX4" fmla="*/ 3452274 w 3569354"/>
              <a:gd name="csY4" fmla="*/ 1608909 h 1608909"/>
              <a:gd name="csX5" fmla="*/ 117080 w 3569354"/>
              <a:gd name="csY5" fmla="*/ 1608909 h 1608909"/>
              <a:gd name="csX6" fmla="*/ 0 w 3569354"/>
              <a:gd name="csY6" fmla="*/ 1491829 h 1608909"/>
              <a:gd name="csX7" fmla="*/ 0 w 3569354"/>
              <a:gd name="csY7" fmla="*/ 117080 h 1608909"/>
              <a:gd name="csX8" fmla="*/ 117080 w 3569354"/>
              <a:gd name="csY8" fmla="*/ 0 h 1608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9354" h="1608909">
                <a:moveTo>
                  <a:pt x="117080" y="0"/>
                </a:moveTo>
                <a:lnTo>
                  <a:pt x="3452274" y="0"/>
                </a:lnTo>
                <a:cubicBezTo>
                  <a:pt x="3516935" y="0"/>
                  <a:pt x="3569354" y="52419"/>
                  <a:pt x="3569354" y="117080"/>
                </a:cubicBezTo>
                <a:lnTo>
                  <a:pt x="3569354" y="1491829"/>
                </a:lnTo>
                <a:cubicBezTo>
                  <a:pt x="3569354" y="1556490"/>
                  <a:pt x="3516935" y="1608909"/>
                  <a:pt x="3452274" y="1608909"/>
                </a:cubicBezTo>
                <a:lnTo>
                  <a:pt x="117080" y="1608909"/>
                </a:lnTo>
                <a:cubicBezTo>
                  <a:pt x="52419" y="1608909"/>
                  <a:pt x="0" y="1556490"/>
                  <a:pt x="0" y="1491829"/>
                </a:cubicBezTo>
                <a:lnTo>
                  <a:pt x="0" y="117080"/>
                </a:lnTo>
                <a:cubicBezTo>
                  <a:pt x="0" y="52419"/>
                  <a:pt x="52419" y="0"/>
                  <a:pt x="11708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8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64F52-5637-85F4-881A-F9CA14FD26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5938" y="2271939"/>
            <a:ext cx="3530600" cy="262255"/>
          </a:xfr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CONCLUSIÓN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5B5C23F-BFB7-1B9A-C38A-0C7985353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2797" y="3036015"/>
            <a:ext cx="9183755" cy="2054474"/>
          </a:xfrm>
        </p:spPr>
        <p:txBody>
          <a:bodyPr/>
          <a:lstStyle>
            <a:lvl1pPr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424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CB4109-D2F9-C72F-2B70-EB3826872415}"/>
              </a:ext>
            </a:extLst>
          </p:cNvPr>
          <p:cNvSpPr/>
          <p:nvPr userDrawn="1"/>
        </p:nvSpPr>
        <p:spPr>
          <a:xfrm>
            <a:off x="612546" y="1059502"/>
            <a:ext cx="3511779" cy="5122683"/>
          </a:xfrm>
          <a:prstGeom prst="roundRect">
            <a:avLst>
              <a:gd name="adj" fmla="val 3252"/>
            </a:avLst>
          </a:prstGeom>
          <a:solidFill>
            <a:schemeClr val="tx1">
              <a:lumMod val="95000"/>
              <a:lumOff val="5000"/>
              <a:alpha val="6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B6594D-266D-EB4B-1E2A-A824A37CF3E0}"/>
              </a:ext>
            </a:extLst>
          </p:cNvPr>
          <p:cNvSpPr/>
          <p:nvPr userDrawn="1"/>
        </p:nvSpPr>
        <p:spPr>
          <a:xfrm>
            <a:off x="4257578" y="1059504"/>
            <a:ext cx="4495898" cy="2528740"/>
          </a:xfrm>
          <a:prstGeom prst="roundRect">
            <a:avLst>
              <a:gd name="adj" fmla="val 3252"/>
            </a:avLst>
          </a:prstGeom>
          <a:solidFill>
            <a:schemeClr val="tx1">
              <a:lumMod val="95000"/>
              <a:lumOff val="5000"/>
              <a:alpha val="6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1097B1-ACE2-03A5-77B3-94F8F0EA3C35}"/>
              </a:ext>
            </a:extLst>
          </p:cNvPr>
          <p:cNvSpPr/>
          <p:nvPr userDrawn="1"/>
        </p:nvSpPr>
        <p:spPr>
          <a:xfrm>
            <a:off x="4268575" y="3710793"/>
            <a:ext cx="7324823" cy="2469822"/>
          </a:xfrm>
          <a:prstGeom prst="roundRect">
            <a:avLst>
              <a:gd name="adj" fmla="val 3252"/>
            </a:avLst>
          </a:prstGeom>
          <a:solidFill>
            <a:schemeClr val="tx1">
              <a:lumMod val="95000"/>
              <a:lumOff val="5000"/>
              <a:alpha val="6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22597FB-2C14-2F03-599A-A79E43AAC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71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F26BCAA-CBFF-EF22-5C88-CD3ED172A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002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74487A94-87DB-E60B-4B8F-FF170774BF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7429" y="3811458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5B67BB-01D1-8CBE-238D-5F12656A62B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86730" y="1059502"/>
            <a:ext cx="2706669" cy="2528742"/>
          </a:xfrm>
          <a:custGeom>
            <a:avLst/>
            <a:gdLst>
              <a:gd name="csX0" fmla="*/ 82235 w 2706669"/>
              <a:gd name="csY0" fmla="*/ 0 h 2528742"/>
              <a:gd name="csX1" fmla="*/ 2624434 w 2706669"/>
              <a:gd name="csY1" fmla="*/ 0 h 2528742"/>
              <a:gd name="csX2" fmla="*/ 2706669 w 2706669"/>
              <a:gd name="csY2" fmla="*/ 82235 h 2528742"/>
              <a:gd name="csX3" fmla="*/ 2706669 w 2706669"/>
              <a:gd name="csY3" fmla="*/ 2446507 h 2528742"/>
              <a:gd name="csX4" fmla="*/ 2624434 w 2706669"/>
              <a:gd name="csY4" fmla="*/ 2528742 h 2528742"/>
              <a:gd name="csX5" fmla="*/ 82235 w 2706669"/>
              <a:gd name="csY5" fmla="*/ 2528742 h 2528742"/>
              <a:gd name="csX6" fmla="*/ 0 w 2706669"/>
              <a:gd name="csY6" fmla="*/ 2446507 h 2528742"/>
              <a:gd name="csX7" fmla="*/ 0 w 2706669"/>
              <a:gd name="csY7" fmla="*/ 82235 h 2528742"/>
              <a:gd name="csX8" fmla="*/ 82235 w 2706669"/>
              <a:gd name="csY8" fmla="*/ 0 h 252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06669" h="2528742">
                <a:moveTo>
                  <a:pt x="82235" y="0"/>
                </a:moveTo>
                <a:lnTo>
                  <a:pt x="2624434" y="0"/>
                </a:lnTo>
                <a:cubicBezTo>
                  <a:pt x="2669851" y="0"/>
                  <a:pt x="2706669" y="36818"/>
                  <a:pt x="2706669" y="82235"/>
                </a:cubicBezTo>
                <a:lnTo>
                  <a:pt x="2706669" y="2446507"/>
                </a:lnTo>
                <a:cubicBezTo>
                  <a:pt x="2706669" y="2491924"/>
                  <a:pt x="2669851" y="2528742"/>
                  <a:pt x="2624434" y="2528742"/>
                </a:cubicBezTo>
                <a:lnTo>
                  <a:pt x="82235" y="2528742"/>
                </a:lnTo>
                <a:cubicBezTo>
                  <a:pt x="36818" y="2528742"/>
                  <a:pt x="0" y="2491924"/>
                  <a:pt x="0" y="2446507"/>
                </a:cubicBezTo>
                <a:lnTo>
                  <a:pt x="0" y="82235"/>
                </a:lnTo>
                <a:cubicBezTo>
                  <a:pt x="0" y="36818"/>
                  <a:pt x="36818" y="0"/>
                  <a:pt x="8223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6B9CFA2-A583-9AD2-E2B2-F5F24A98E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6438" y="1571070"/>
            <a:ext cx="3252787" cy="443071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979FE435-BD60-13F4-3E3C-62810759C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9772" y="1571071"/>
            <a:ext cx="4200828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E6E9FB21-4E0C-F4DD-0660-23BE564CA9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34910" y="4197695"/>
            <a:ext cx="6918890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442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75192D3-DE05-AA58-DDD3-8889F997B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546" y="1058250"/>
            <a:ext cx="10980852" cy="51368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22597FB-2C14-2F03-599A-A79E43AAC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71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F26BCAA-CBFF-EF22-5C88-CD3ED172A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7670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74487A94-87DB-E60B-4B8F-FF170774BF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438" y="3811458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6B9CFA2-A583-9AD2-E2B2-F5F24A98E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6438" y="1571070"/>
            <a:ext cx="3252787" cy="182863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979FE435-BD60-13F4-3E3C-62810759C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79440" y="1571071"/>
            <a:ext cx="3252787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E6E9FB21-4E0C-F4DD-0660-23BE564CA9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6438" y="4197695"/>
            <a:ext cx="6922271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AF0280-EF69-DC25-056B-C5774BC75E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29304" y="1058251"/>
            <a:ext cx="3564095" cy="5136827"/>
          </a:xfrm>
          <a:custGeom>
            <a:avLst/>
            <a:gdLst>
              <a:gd name="csX0" fmla="*/ 51965 w 3564095"/>
              <a:gd name="csY0" fmla="*/ 0 h 5136827"/>
              <a:gd name="csX1" fmla="*/ 3512130 w 3564095"/>
              <a:gd name="csY1" fmla="*/ 0 h 5136827"/>
              <a:gd name="csX2" fmla="*/ 3564095 w 3564095"/>
              <a:gd name="csY2" fmla="*/ 51965 h 5136827"/>
              <a:gd name="csX3" fmla="*/ 3564095 w 3564095"/>
              <a:gd name="csY3" fmla="*/ 5084862 h 5136827"/>
              <a:gd name="csX4" fmla="*/ 3512130 w 3564095"/>
              <a:gd name="csY4" fmla="*/ 5136827 h 5136827"/>
              <a:gd name="csX5" fmla="*/ 51965 w 3564095"/>
              <a:gd name="csY5" fmla="*/ 5136827 h 5136827"/>
              <a:gd name="csX6" fmla="*/ 0 w 3564095"/>
              <a:gd name="csY6" fmla="*/ 5084862 h 5136827"/>
              <a:gd name="csX7" fmla="*/ 0 w 3564095"/>
              <a:gd name="csY7" fmla="*/ 51965 h 5136827"/>
              <a:gd name="csX8" fmla="*/ 51965 w 3564095"/>
              <a:gd name="csY8" fmla="*/ 0 h 513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4095" h="5136827">
                <a:moveTo>
                  <a:pt x="51965" y="0"/>
                </a:moveTo>
                <a:lnTo>
                  <a:pt x="3512130" y="0"/>
                </a:lnTo>
                <a:cubicBezTo>
                  <a:pt x="3540829" y="0"/>
                  <a:pt x="3564095" y="23266"/>
                  <a:pt x="3564095" y="51965"/>
                </a:cubicBezTo>
                <a:lnTo>
                  <a:pt x="3564095" y="5084862"/>
                </a:lnTo>
                <a:cubicBezTo>
                  <a:pt x="3564095" y="5113561"/>
                  <a:pt x="3540829" y="5136827"/>
                  <a:pt x="3512130" y="5136827"/>
                </a:cubicBezTo>
                <a:lnTo>
                  <a:pt x="51965" y="5136827"/>
                </a:lnTo>
                <a:cubicBezTo>
                  <a:pt x="23266" y="5136827"/>
                  <a:pt x="0" y="5113561"/>
                  <a:pt x="0" y="5084862"/>
                </a:cubicBezTo>
                <a:lnTo>
                  <a:pt x="0" y="51965"/>
                </a:lnTo>
                <a:cubicBezTo>
                  <a:pt x="0" y="23266"/>
                  <a:pt x="23266" y="0"/>
                  <a:pt x="5196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6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75192D3-DE05-AA58-DDD3-8889F997B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12546" y="1058250"/>
            <a:ext cx="10980852" cy="51368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22597FB-2C14-2F03-599A-A79E43AAC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9514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F26BCAA-CBFF-EF22-5C88-CD3ED172A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8813" y="1173803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74487A94-87DB-E60B-4B8F-FF170774BF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7581" y="3811458"/>
            <a:ext cx="3105150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6B9CFA2-A583-9AD2-E2B2-F5F24A98E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7581" y="1571070"/>
            <a:ext cx="3252787" cy="182863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979FE435-BD60-13F4-3E3C-62810759C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0583" y="1571071"/>
            <a:ext cx="3252787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E6E9FB21-4E0C-F4DD-0660-23BE564CA9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07581" y="4197695"/>
            <a:ext cx="6922271" cy="18286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AF0280-EF69-DC25-056B-C5774BC75E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8602" y="1058251"/>
            <a:ext cx="3564095" cy="5136827"/>
          </a:xfrm>
          <a:custGeom>
            <a:avLst/>
            <a:gdLst>
              <a:gd name="csX0" fmla="*/ 51965 w 3564095"/>
              <a:gd name="csY0" fmla="*/ 0 h 5136827"/>
              <a:gd name="csX1" fmla="*/ 3512130 w 3564095"/>
              <a:gd name="csY1" fmla="*/ 0 h 5136827"/>
              <a:gd name="csX2" fmla="*/ 3564095 w 3564095"/>
              <a:gd name="csY2" fmla="*/ 51965 h 5136827"/>
              <a:gd name="csX3" fmla="*/ 3564095 w 3564095"/>
              <a:gd name="csY3" fmla="*/ 5084862 h 5136827"/>
              <a:gd name="csX4" fmla="*/ 3512130 w 3564095"/>
              <a:gd name="csY4" fmla="*/ 5136827 h 5136827"/>
              <a:gd name="csX5" fmla="*/ 51965 w 3564095"/>
              <a:gd name="csY5" fmla="*/ 5136827 h 5136827"/>
              <a:gd name="csX6" fmla="*/ 0 w 3564095"/>
              <a:gd name="csY6" fmla="*/ 5084862 h 5136827"/>
              <a:gd name="csX7" fmla="*/ 0 w 3564095"/>
              <a:gd name="csY7" fmla="*/ 51965 h 5136827"/>
              <a:gd name="csX8" fmla="*/ 51965 w 3564095"/>
              <a:gd name="csY8" fmla="*/ 0 h 513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4095" h="5136827">
                <a:moveTo>
                  <a:pt x="51965" y="0"/>
                </a:moveTo>
                <a:lnTo>
                  <a:pt x="3512130" y="0"/>
                </a:lnTo>
                <a:cubicBezTo>
                  <a:pt x="3540829" y="0"/>
                  <a:pt x="3564095" y="23266"/>
                  <a:pt x="3564095" y="51965"/>
                </a:cubicBezTo>
                <a:lnTo>
                  <a:pt x="3564095" y="5084862"/>
                </a:lnTo>
                <a:cubicBezTo>
                  <a:pt x="3564095" y="5113561"/>
                  <a:pt x="3540829" y="5136827"/>
                  <a:pt x="3512130" y="5136827"/>
                </a:cubicBezTo>
                <a:lnTo>
                  <a:pt x="51965" y="5136827"/>
                </a:lnTo>
                <a:cubicBezTo>
                  <a:pt x="23266" y="5136827"/>
                  <a:pt x="0" y="5113561"/>
                  <a:pt x="0" y="5084862"/>
                </a:cubicBezTo>
                <a:lnTo>
                  <a:pt x="0" y="51965"/>
                </a:lnTo>
                <a:cubicBezTo>
                  <a:pt x="0" y="23266"/>
                  <a:pt x="23266" y="0"/>
                  <a:pt x="5196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CACAD66-1D78-F795-5025-642A22DEA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017" y="1059502"/>
            <a:ext cx="10964092" cy="5112021"/>
          </a:xfrm>
          <a:prstGeom prst="rect">
            <a:avLst/>
          </a:prstGeom>
        </p:spPr>
      </p:pic>
      <p:sp>
        <p:nvSpPr>
          <p:cNvPr id="28" name="Online Image Placeholder 27">
            <a:extLst>
              <a:ext uri="{FF2B5EF4-FFF2-40B4-BE49-F238E27FC236}">
                <a16:creationId xmlns:a16="http://schemas.microsoft.com/office/drawing/2014/main" id="{E8BF9E76-9E49-1768-7DF4-68F815E1DE9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27063" y="1093696"/>
            <a:ext cx="1149350" cy="1150937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5F263BE0-C7DD-5C0A-2A6F-FA832CCD10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6699" y="1151074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NOMBRE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CF82EA4C-7350-7651-0967-41911659B1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3400" y="1151074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TAMAÑO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4FA5B4A-414A-2505-B885-90FABBE24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6073" y="2426878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TRAYECTORIA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852E42A2-72EA-111A-0E24-B35F752A3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017" y="2435472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DIFERENCIADOR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E330254D-DE7F-FCC1-B54C-1DDDFD7122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225" y="5069815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PRECIO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992E01C3-381C-D73E-23B0-17511473CF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073" y="3742000"/>
            <a:ext cx="3105150" cy="249238"/>
          </a:xfrm>
        </p:spPr>
        <p:txBody>
          <a:bodyPr>
            <a:normAutofit fontScale="85000" lnSpcReduction="20000"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OTRAS NOTAS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74B18690-0B7A-3B9F-14CF-CDA781AFB2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225" y="2768600"/>
            <a:ext cx="5147766" cy="2003425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12E74B75-E7FC-3198-891B-D1D1D1AF36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0428" y="4079668"/>
            <a:ext cx="5147766" cy="2003425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83261E50-604F-F582-CD48-07E9C19AE5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6073" y="2700970"/>
            <a:ext cx="5147766" cy="660540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A0AB5169-7485-3BC9-DF57-9969298CED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79526" y="1488742"/>
            <a:ext cx="3411583" cy="660540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EBFB5305-E9C1-A895-DDDA-FCE5B6B888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86699" y="1495531"/>
            <a:ext cx="3411583" cy="660540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09B31590-53B0-3BCB-33C7-94AFB3517D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225" y="5336342"/>
            <a:ext cx="5147766" cy="660540"/>
          </a:xfrm>
        </p:spPr>
        <p:txBody>
          <a:bodyPr/>
          <a:lstStyle>
            <a:lvl1pPr algn="l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 	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</p:txBody>
      </p:sp>
    </p:spTree>
    <p:extLst>
      <p:ext uri="{BB962C8B-B14F-4D97-AF65-F5344CB8AC3E}">
        <p14:creationId xmlns:p14="http://schemas.microsoft.com/office/powerpoint/2010/main" val="2460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E5FFEE8-4033-F4F1-E050-DD7E5075D4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8175" y="1058250"/>
            <a:ext cx="7271279" cy="51368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22597FB-2C14-2F03-599A-A79E43AAC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9513" y="1173803"/>
            <a:ext cx="6724469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6B9CFA2-A583-9AD2-E2B2-F5F24A98E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7581" y="1571070"/>
            <a:ext cx="7044190" cy="451622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AF0280-EF69-DC25-056B-C5774BC75E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8602" y="1058251"/>
            <a:ext cx="3564095" cy="5136827"/>
          </a:xfrm>
          <a:custGeom>
            <a:avLst/>
            <a:gdLst>
              <a:gd name="csX0" fmla="*/ 51965 w 3564095"/>
              <a:gd name="csY0" fmla="*/ 0 h 5136827"/>
              <a:gd name="csX1" fmla="*/ 3512130 w 3564095"/>
              <a:gd name="csY1" fmla="*/ 0 h 5136827"/>
              <a:gd name="csX2" fmla="*/ 3564095 w 3564095"/>
              <a:gd name="csY2" fmla="*/ 51965 h 5136827"/>
              <a:gd name="csX3" fmla="*/ 3564095 w 3564095"/>
              <a:gd name="csY3" fmla="*/ 5084862 h 5136827"/>
              <a:gd name="csX4" fmla="*/ 3512130 w 3564095"/>
              <a:gd name="csY4" fmla="*/ 5136827 h 5136827"/>
              <a:gd name="csX5" fmla="*/ 51965 w 3564095"/>
              <a:gd name="csY5" fmla="*/ 5136827 h 5136827"/>
              <a:gd name="csX6" fmla="*/ 0 w 3564095"/>
              <a:gd name="csY6" fmla="*/ 5084862 h 5136827"/>
              <a:gd name="csX7" fmla="*/ 0 w 3564095"/>
              <a:gd name="csY7" fmla="*/ 51965 h 5136827"/>
              <a:gd name="csX8" fmla="*/ 51965 w 3564095"/>
              <a:gd name="csY8" fmla="*/ 0 h 513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4095" h="5136827">
                <a:moveTo>
                  <a:pt x="51965" y="0"/>
                </a:moveTo>
                <a:lnTo>
                  <a:pt x="3512130" y="0"/>
                </a:lnTo>
                <a:cubicBezTo>
                  <a:pt x="3540829" y="0"/>
                  <a:pt x="3564095" y="23266"/>
                  <a:pt x="3564095" y="51965"/>
                </a:cubicBezTo>
                <a:lnTo>
                  <a:pt x="3564095" y="5084862"/>
                </a:lnTo>
                <a:cubicBezTo>
                  <a:pt x="3564095" y="5113561"/>
                  <a:pt x="3540829" y="5136827"/>
                  <a:pt x="3512130" y="5136827"/>
                </a:cubicBezTo>
                <a:lnTo>
                  <a:pt x="51965" y="5136827"/>
                </a:lnTo>
                <a:cubicBezTo>
                  <a:pt x="23266" y="5136827"/>
                  <a:pt x="0" y="5113561"/>
                  <a:pt x="0" y="5084862"/>
                </a:cubicBezTo>
                <a:lnTo>
                  <a:pt x="0" y="51965"/>
                </a:lnTo>
                <a:cubicBezTo>
                  <a:pt x="0" y="23266"/>
                  <a:pt x="23266" y="0"/>
                  <a:pt x="5196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80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E5FFEE8-4033-F4F1-E050-DD7E5075D4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02" y="1058250"/>
            <a:ext cx="7271279" cy="51368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56928-CD06-1862-D57D-3D95934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0FCE-4EE7-D3A8-3A00-E4015B86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5C9F-A5C1-FE24-3F23-0651CFFF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22597FB-2C14-2F03-599A-A79E43AAC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40" y="1173803"/>
            <a:ext cx="6724469" cy="249238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6B9CFA2-A583-9AD2-E2B2-F5F24A98E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8008" y="1571070"/>
            <a:ext cx="7044190" cy="451622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12A1FD00-0ED7-D7BA-6312-408F3ECDB8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15359" y="1058250"/>
            <a:ext cx="3564095" cy="5136827"/>
          </a:xfrm>
          <a:custGeom>
            <a:avLst/>
            <a:gdLst>
              <a:gd name="csX0" fmla="*/ 51965 w 3564095"/>
              <a:gd name="csY0" fmla="*/ 0 h 5136827"/>
              <a:gd name="csX1" fmla="*/ 3512130 w 3564095"/>
              <a:gd name="csY1" fmla="*/ 0 h 5136827"/>
              <a:gd name="csX2" fmla="*/ 3564095 w 3564095"/>
              <a:gd name="csY2" fmla="*/ 51965 h 5136827"/>
              <a:gd name="csX3" fmla="*/ 3564095 w 3564095"/>
              <a:gd name="csY3" fmla="*/ 5084862 h 5136827"/>
              <a:gd name="csX4" fmla="*/ 3512130 w 3564095"/>
              <a:gd name="csY4" fmla="*/ 5136827 h 5136827"/>
              <a:gd name="csX5" fmla="*/ 51965 w 3564095"/>
              <a:gd name="csY5" fmla="*/ 5136827 h 5136827"/>
              <a:gd name="csX6" fmla="*/ 0 w 3564095"/>
              <a:gd name="csY6" fmla="*/ 5084862 h 5136827"/>
              <a:gd name="csX7" fmla="*/ 0 w 3564095"/>
              <a:gd name="csY7" fmla="*/ 51965 h 5136827"/>
              <a:gd name="csX8" fmla="*/ 51965 w 3564095"/>
              <a:gd name="csY8" fmla="*/ 0 h 513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64095" h="5136827">
                <a:moveTo>
                  <a:pt x="51965" y="0"/>
                </a:moveTo>
                <a:lnTo>
                  <a:pt x="3512130" y="0"/>
                </a:lnTo>
                <a:cubicBezTo>
                  <a:pt x="3540829" y="0"/>
                  <a:pt x="3564095" y="23266"/>
                  <a:pt x="3564095" y="51965"/>
                </a:cubicBezTo>
                <a:lnTo>
                  <a:pt x="3564095" y="5084862"/>
                </a:lnTo>
                <a:cubicBezTo>
                  <a:pt x="3564095" y="5113561"/>
                  <a:pt x="3540829" y="5136827"/>
                  <a:pt x="3512130" y="5136827"/>
                </a:cubicBezTo>
                <a:lnTo>
                  <a:pt x="51965" y="5136827"/>
                </a:lnTo>
                <a:cubicBezTo>
                  <a:pt x="23266" y="5136827"/>
                  <a:pt x="0" y="5113561"/>
                  <a:pt x="0" y="5084862"/>
                </a:cubicBezTo>
                <a:lnTo>
                  <a:pt x="0" y="51965"/>
                </a:lnTo>
                <a:cubicBezTo>
                  <a:pt x="0" y="23266"/>
                  <a:pt x="23266" y="0"/>
                  <a:pt x="5196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0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3817-ECBB-56FE-C800-A957AF82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12787"/>
            <a:ext cx="10896600" cy="914401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7F89-8F42-5FA0-C8AD-FCE54820D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16100"/>
            <a:ext cx="10896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C8FD6-2917-D4C3-2315-03CFD644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408D3-8054-37DA-ECF2-54705997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BE6-9E1B-7337-936F-B44D174F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46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E200-725A-B4C8-83F9-2D723455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1B428-4BC0-A16E-D550-130C867E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32C7-1D98-68A1-EEC3-1C97E8BB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4606-DA52-BA59-E6DA-41FE3800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5A4E1-E226-34A0-C41E-5FDA91EB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2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310-ECE2-CEB9-E11F-A17C5EC9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EB0B-2915-8CF3-0835-F2FC3D088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60A7-3A98-96D0-A25C-4374F09D8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4CCE-E85B-169D-B1D0-74ECDF6C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CA0-B31D-E6F5-8C6C-4A8EB303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AAA7E-070B-CCC8-005D-0129BC2C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95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841C-937E-4325-EE38-B4636FC7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2DCFC-C502-7FAA-CDE2-0B24A5F54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FF490-6975-C6E3-2AD9-20E7A89C1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057654-0C3F-91B9-B7BE-46F0F2C55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F8415-E245-B87D-559B-CAB378A62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EAD65-8F14-C781-31A8-C3A7F0C6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0C33A-3FF9-E7E8-5A20-496EEAC4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5645-3692-96B8-E142-D3588ABA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57B008-FD33-1129-D9CB-4945484CE8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83"/>
          <a:stretch>
            <a:fillRect/>
          </a:stretch>
        </p:blipFill>
        <p:spPr>
          <a:xfrm>
            <a:off x="1" y="0"/>
            <a:ext cx="12191999" cy="179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811D91-9F36-3100-5113-497E492A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43" y="516200"/>
            <a:ext cx="10515600" cy="476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F0D8C-D816-5B48-E3A7-8907023D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474DD-C768-F8DA-C0C2-ACB1956D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7D60-B028-E114-9FEF-D7AEC005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1A103-B964-BB77-FA28-0837AC11359D}"/>
              </a:ext>
            </a:extLst>
          </p:cNvPr>
          <p:cNvSpPr/>
          <p:nvPr userDrawn="1"/>
        </p:nvSpPr>
        <p:spPr>
          <a:xfrm>
            <a:off x="0" y="1200646"/>
            <a:ext cx="12192000" cy="56573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561860-FD5F-6FB3-351B-7B9675228E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313" y="1508759"/>
            <a:ext cx="11001375" cy="471106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65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1D91-9F36-3100-5113-497E492A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F0D8C-D816-5B48-E3A7-8907023D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474DD-C768-F8DA-C0C2-ACB1956D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7D60-B028-E114-9FEF-D7AEC005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81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86F2-3B6C-3406-01B4-CF8F0757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5C0DD-7BC8-9175-F7DC-053747B11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6C555-39AF-0469-9603-2A0E55E3D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5FAD4-95E1-21E9-D97E-5B552C37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91A5A-A305-B2BE-5070-2CC27581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313EF-46E6-7132-C085-BCB07005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35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D3BC-BE96-506A-89CD-3DACB988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715717-C4E2-7B18-DA2A-5324114F4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F0A70-A385-D92F-6153-3BB914693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BC038-7C92-91A4-4241-3CEA652A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BAFFE-D589-1813-B947-9FCD8959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95DF3-C838-B41C-7689-A4B74367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32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D132-C5CF-2A0E-4A03-54E2CB10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92C00-0D40-3258-5017-C90ACA99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8CD41-B5BF-2C58-8B39-0B8EFCB5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4F01D-5283-0681-8049-DD8588DC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44CB-A768-81BF-9C79-18B3E6F2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302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4FA1D-BB0D-F3EC-371D-EE158D4FB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05C92-DA32-596F-0C8F-A88BB0469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C626A-5684-DAAB-FA6E-F83BACDD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82CC-73A2-4F02-89C8-663DFAA093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BBEA-A82C-98F6-EE20-6C6B045F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545C7-16A1-C09B-4C01-C4CA85C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81CF-CAF9-4079-85B7-D735596A6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4868-D7CE-FE03-37C0-35C8E081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72F17-4D39-A184-306A-853EB616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CEA54-00C9-B464-4E23-E4EF273D9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BA782CC-73A2-4F02-89C8-663DFAA09317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41644-D625-D68B-9513-02ED89E50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430F1-0A12-97DE-4711-C0DFB9E37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ACD81CF-CAF9-4079-85B7-D735596A672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9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6" r:id="rId3"/>
    <p:sldLayoutId id="2147483662" r:id="rId4"/>
    <p:sldLayoutId id="2147483669" r:id="rId5"/>
    <p:sldLayoutId id="2147483670" r:id="rId6"/>
    <p:sldLayoutId id="2147483655" r:id="rId7"/>
    <p:sldLayoutId id="2147483660" r:id="rId8"/>
    <p:sldLayoutId id="2147483664" r:id="rId9"/>
    <p:sldLayoutId id="2147483665" r:id="rId10"/>
    <p:sldLayoutId id="2147483663" r:id="rId11"/>
    <p:sldLayoutId id="2147483667" r:id="rId12"/>
    <p:sldLayoutId id="2147483668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71" r:id="rId19"/>
    <p:sldLayoutId id="2147483656" r:id="rId20"/>
    <p:sldLayoutId id="2147483657" r:id="rId21"/>
    <p:sldLayoutId id="2147483658" r:id="rId22"/>
    <p:sldLayoutId id="214748365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ptos Light" panose="020B0004020202020204" pitchFamily="34" charset="0"/>
          <a:ea typeface="Inter 18pt Light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75000"/>
            </a:schemeClr>
          </a:solidFill>
          <a:latin typeface="Aptos Light" panose="020B0004020202020204" pitchFamily="34" charset="0"/>
          <a:ea typeface="Inter 18pt Light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75000"/>
            </a:schemeClr>
          </a:solidFill>
          <a:latin typeface="Aptos Light" panose="020B0004020202020204" pitchFamily="34" charset="0"/>
          <a:ea typeface="Inter 18pt Light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75000"/>
            </a:schemeClr>
          </a:solidFill>
          <a:latin typeface="Aptos Light" panose="020B0004020202020204" pitchFamily="34" charset="0"/>
          <a:ea typeface="Inter 18pt Light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Aptos Light" panose="020B0004020202020204" pitchFamily="34" charset="0"/>
          <a:ea typeface="Inter 18pt Light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Aptos Light" panose="020B0004020202020204" pitchFamily="34" charset="0"/>
          <a:ea typeface="Inter 18pt Light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EF9-9B50-FE89-BC0A-C2B83FC3B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destacado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6DE1B-F071-16FC-19F8-B784DC227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402138"/>
            <a:ext cx="9144000" cy="1655762"/>
          </a:xfrm>
        </p:spPr>
        <p:txBody>
          <a:bodyPr/>
          <a:lstStyle/>
          <a:p>
            <a:r>
              <a:rPr lang="en-US" dirty="0"/>
              <a:t>Una bajada </a:t>
            </a:r>
            <a:r>
              <a:rPr lang="en-US" dirty="0" err="1"/>
              <a:t>descriptiva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8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98553-491D-F8F3-36D1-CB8B4C2D5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0B70B4-880C-3DB4-0B36-31D5055AB6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73F1F3-C454-0751-0CD7-C3422A3201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236499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Golden Gate Bridge in fog">
            <a:extLst>
              <a:ext uri="{FF2B5EF4-FFF2-40B4-BE49-F238E27FC236}">
                <a16:creationId xmlns:a16="http://schemas.microsoft.com/office/drawing/2014/main" id="{C4A5B0CF-75FC-22A8-4E4E-32D06825D2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4" r="27824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63B83-9CE0-A15A-8A59-FF9922113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Titulo</a:t>
            </a:r>
            <a:r>
              <a:rPr lang="en-US" dirty="0"/>
              <a:t> del </a:t>
            </a:r>
            <a:r>
              <a:rPr lang="en-US" dirty="0" err="1"/>
              <a:t>capítulo</a:t>
            </a:r>
            <a:br>
              <a:rPr lang="en-US" dirty="0"/>
            </a:br>
            <a:r>
              <a:rPr lang="en-US" dirty="0"/>
              <a:t>de la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presentación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122E3-ED9E-47B3-8029-F0C35A5D9E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D8509-7C08-529C-FE31-AD514FAD71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30010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263D27-2D8C-FFDE-2455-E8766E8B5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ptos Light" panose="020B0004020202020204" pitchFamily="34" charset="0"/>
              </a:rPr>
              <a:t>Titulo</a:t>
            </a:r>
            <a:r>
              <a:rPr lang="en-US" dirty="0">
                <a:latin typeface="Aptos Light" panose="020B0004020202020204" pitchFamily="34" charset="0"/>
              </a:rPr>
              <a:t> del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Aptos Light" panose="020B0004020202020204" pitchFamily="34" charset="0"/>
              </a:rPr>
              <a:t>capítulo</a:t>
            </a:r>
            <a:br>
              <a:rPr lang="en-US" dirty="0">
                <a:latin typeface="Aptos Light" panose="020B0004020202020204" pitchFamily="34" charset="0"/>
              </a:rPr>
            </a:br>
            <a:r>
              <a:rPr lang="en-US" dirty="0">
                <a:latin typeface="Aptos Light" panose="020B0004020202020204" pitchFamily="34" charset="0"/>
              </a:rPr>
              <a:t>de la </a:t>
            </a:r>
            <a:r>
              <a:rPr lang="en-US" dirty="0" err="1">
                <a:latin typeface="Aptos Light" panose="020B0004020202020204" pitchFamily="34" charset="0"/>
              </a:rPr>
              <a:t>presentación</a:t>
            </a:r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9E8B3F0-7A8A-FDBF-F9A4-31B72968A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3211ED-EE06-EBEB-E7ED-D3971387AD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  <a:p>
            <a:endParaRPr lang="en-US" dirty="0"/>
          </a:p>
        </p:txBody>
      </p:sp>
      <p:pic>
        <p:nvPicPr>
          <p:cNvPr id="11" name="Picture Placeholder 10" descr="Space shuttle launch">
            <a:extLst>
              <a:ext uri="{FF2B5EF4-FFF2-40B4-BE49-F238E27FC236}">
                <a16:creationId xmlns:a16="http://schemas.microsoft.com/office/drawing/2014/main" id="{69790A5D-D997-86BA-32D4-5DC2AFAE35E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6" r="7016"/>
          <a:stretch/>
        </p:blipFill>
        <p:spPr/>
      </p:pic>
    </p:spTree>
    <p:extLst>
      <p:ext uri="{BB962C8B-B14F-4D97-AF65-F5344CB8AC3E}">
        <p14:creationId xmlns:p14="http://schemas.microsoft.com/office/powerpoint/2010/main" val="425549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3BF7BE1-A990-5D20-6025-359061080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TITULO UNO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A389CE2-49B7-C19B-5DDE-7FE127966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TITULO UNO</a:t>
            </a:r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4F4AB00-6CB8-31EA-8A17-715213EF0C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TITULO UNO</a:t>
            </a:r>
          </a:p>
        </p:txBody>
      </p:sp>
      <p:pic>
        <p:nvPicPr>
          <p:cNvPr id="21" name="Picture Placeholder 20" descr="Frangipani flower">
            <a:extLst>
              <a:ext uri="{FF2B5EF4-FFF2-40B4-BE49-F238E27FC236}">
                <a16:creationId xmlns:a16="http://schemas.microsoft.com/office/drawing/2014/main" id="{C941A60F-6947-1738-F2C1-7E6A0F1330E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2" r="14332"/>
          <a:stretch/>
        </p:blipFill>
        <p:spPr>
          <a:xfrm>
            <a:off x="8870829" y="1057523"/>
            <a:ext cx="2700276" cy="2522769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68B0F0-9F80-14FF-B2FC-F703A157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59E885-8685-C6C4-02B0-44598D056A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038EB4-D3CA-F626-85BB-9D2C507980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448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nline Image Placeholder 16">
            <a:extLst>
              <a:ext uri="{FF2B5EF4-FFF2-40B4-BE49-F238E27FC236}">
                <a16:creationId xmlns:a16="http://schemas.microsoft.com/office/drawing/2014/main" id="{28284E75-2EF6-C64E-B8C5-23DA3AD610EE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7063" y="1094581"/>
            <a:ext cx="1149350" cy="1149350"/>
          </a:xfrm>
          <a:prstGeom prst="rect">
            <a:avLst/>
          </a:prstGeom>
        </p:spPr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5645B1D-E2B0-5978-C092-FCA71DA28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ABD6AFA1-6213-1115-130A-A9201E8E4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C6B6D43-9AA4-F665-C130-EFFD40750B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EAEE4152-6837-F9DA-9A6B-CD3CB6DB8D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26BFD2C-3A6A-24B1-6B54-12B98F5FEC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9C6C134-B3B9-77F9-7FFA-745981E85B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B462B2EF-D366-6410-3978-A2ED397A5C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BEA9A43-9F06-085F-8AE1-C13DB35875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15BDD5C-D33A-5EC2-4F98-71C3D1512D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468F2C11-C524-1BA6-DE2F-0F73AADE90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6E20F8BC-0448-568E-5C57-24ED0722C1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851B2138-8CD7-B0CB-A70E-6B6C951DB2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C3F93D0-0C63-1E04-1F69-AD44CBC10B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9ABF3E4-C17E-E556-82BA-EABDDB0507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69D66B3-763F-BD03-A94A-8D5EF19989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F9C3F23-8BC2-C781-4886-DFF7E598CF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9B2AB07-18E8-09E2-C9B9-78B60D93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D863FD8-CE66-DAE1-7298-632389DC8A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2BFDAF9-8F7F-486A-C83D-E6564C06AE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4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3203-8728-3D5C-8B8A-0C0C8C3F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086969-F31D-47F1-91EF-D170AD600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EF7C1-0FDA-C067-32E3-5C7523977B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3CE78-3E02-2F8B-4461-28CEE0F0DB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E8BF5-3A4A-9E04-1C2E-5BFAC0B2D0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7AC756-8778-793F-0519-3AA7B93988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2C5F3D-58EC-000E-E833-01AC0223A3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BE0D841-0914-17D4-49F0-F4E18868BA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C379F3-D7D4-3A10-7A66-CE256BB9E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5EF651-7AC4-3848-C3CD-EAED706EB2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B9ACE0-6E13-DF54-EE5B-256A357ECEB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5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B0E0-C339-3B78-D308-8F54A777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13102-AA09-8A95-F212-D29935BE7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3D204-8C95-84EB-ECE4-698E355FA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4DD1A8-58AF-A72F-23D1-A88EE4CE888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5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27C8F92-CDC7-5464-2F38-9C6DC783FA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56A26C8-F75F-CA29-CBD6-6D630CD98B9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CBFE972E-724C-BE92-47A1-88114F86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691778C-3857-1FF2-6F89-4F7FFEC81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B38BE1-A734-C56B-0511-38D9BEE4AD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E4F8EC3-AAE5-1BF8-C950-496B032E38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89617D8-43B6-FAAB-0F4F-230B99539A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97E972F-C4FB-F74A-171A-9168A7C17B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C0F2FF8-99AA-482C-38D3-0FF8FA58EC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0530A45-601B-A556-06DA-5E6D050B6B8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4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630137-4F0A-3533-6E95-B8E0233920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CONCLUSIÓN Nº1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D72AF-D8E0-07C4-17C6-D0C5AFF8D0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eiusmod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tempor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081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b">
        <a:norm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142</Words>
  <Application>Microsoft Office PowerPoint</Application>
  <PresentationFormat>Panorámica</PresentationFormat>
  <Paragraphs>16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 Light</vt:lpstr>
      <vt:lpstr>Aptos</vt:lpstr>
      <vt:lpstr>Arial</vt:lpstr>
      <vt:lpstr>Office Theme</vt:lpstr>
      <vt:lpstr>Un título destacado</vt:lpstr>
      <vt:lpstr>The Title</vt:lpstr>
      <vt:lpstr>Titulo del capítulo de la presentación</vt:lpstr>
      <vt:lpstr>Titulo del capítulo de la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Valeria Rojo (Maggiore Marketing)</dc:creator>
  <cp:lastModifiedBy>Valeria Rojo (Maggiore Marketing)</cp:lastModifiedBy>
  <cp:revision>11</cp:revision>
  <dcterms:created xsi:type="dcterms:W3CDTF">2026-02-17T17:22:05Z</dcterms:created>
  <dcterms:modified xsi:type="dcterms:W3CDTF">2026-03-19T15:32:37Z</dcterms:modified>
</cp:coreProperties>
</file>